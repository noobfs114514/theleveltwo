
<file path=[Content_Types].xml><?xml version="1.0" encoding="utf-8"?>
<Types xmlns="http://schemas.openxmlformats.org/package/2006/content-types"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7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3" r:id="rId8"/>
    <p:sldId id="264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/>
    <p:restoredTop sz="96218"/>
  </p:normalViewPr>
  <p:slideViewPr>
    <p:cSldViewPr snapToGrid="0">
      <p:cViewPr varScale="1">
        <p:scale>
          <a:sx n="128" d="100"/>
          <a:sy n="128" d="100"/>
        </p:scale>
        <p:origin x="17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4013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6/7/26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464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6/7/26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308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6/7/26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442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6/7/26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194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6/7/26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7241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6/7/26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703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6/7/26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297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16C4C9A-3960-41CF-A4E9-2A8FB932454B}" type="datetimeFigureOut">
              <a:rPr lang="en-US" smtClean="0"/>
              <a:t>6/7/26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9405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6/7/26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166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6/7/26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983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6/7/26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156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A4F924-05D3-3D6B-7CFC-83C98F40F6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射击小游戏中期报告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744407F-7069-C74E-99CB-4559C81FE4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陈莹蔚 李嘉明 张怡馨</a:t>
            </a:r>
          </a:p>
        </p:txBody>
      </p:sp>
    </p:spTree>
    <p:extLst>
      <p:ext uri="{BB962C8B-B14F-4D97-AF65-F5344CB8AC3E}">
        <p14:creationId xmlns:p14="http://schemas.microsoft.com/office/powerpoint/2010/main" val="3622497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685800"/>
            <a:ext cx="10789920" cy="1051560"/>
          </a:xfrm>
          <a:prstGeom prst="roundRect">
            <a:avLst/>
          </a:prstGeom>
          <a:solidFill>
            <a:srgbClr val="2F343B"/>
          </a:solidFill>
          <a:ln>
            <a:noFill/>
          </a:ln>
        </p:spPr>
        <p:txBody>
          <a:bodyPr wrap="square" lIns="73152" tIns="45720" rIns="73152" bIns="45720"/>
          <a:lstStyle/>
          <a:p>
            <a:r>
              <a:rPr lang="zh-CN" sz="3600" dirty="0">
                <a:solidFill>
                  <a:srgbClr val="FFFFFF"/>
                </a:solidFill>
                <a:latin typeface="Arial"/>
                <a:ea typeface="Microsoft YaHei"/>
              </a:rPr>
              <a:t>竖版射击小游戏</a:t>
            </a:r>
            <a:endParaRPr lang="zh-CN" sz="3600" dirty="0"/>
          </a:p>
          <a:p>
            <a:r>
              <a:rPr lang="zh-CN" sz="2400" dirty="0">
                <a:solidFill>
                  <a:srgbClr val="FFFFFF"/>
                </a:solidFill>
                <a:latin typeface="Arial"/>
                <a:ea typeface="Microsoft YaHei"/>
              </a:rPr>
              <a:t>项目进展报告</a:t>
            </a:r>
            <a:endParaRPr lang="zh-CN" sz="2400" dirty="0"/>
          </a:p>
        </p:txBody>
      </p:sp>
      <p:sp>
        <p:nvSpPr>
          <p:cNvPr id="3" name="TextBox 3"/>
          <p:cNvSpPr txBox="1"/>
          <p:nvPr/>
        </p:nvSpPr>
        <p:spPr>
          <a:xfrm>
            <a:off x="822960" y="205740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7A3"/>
            </a:solidFill>
          </a:ln>
        </p:spPr>
        <p:txBody>
          <a:bodyPr wrap="square" lIns="73152" tIns="45720" rIns="73152" bIns="45720"/>
          <a:lstStyle/>
          <a:p>
            <a:r>
              <a:rPr lang="zh-CN" sz="2500" dirty="0">
                <a:solidFill>
                  <a:srgbClr val="263238"/>
                </a:solidFill>
                <a:latin typeface="Arial"/>
                <a:ea typeface="Microsoft YaHei"/>
              </a:rPr>
              <a:t>所选赛道：生活游戏</a:t>
            </a:r>
            <a:endParaRPr lang="zh-CN" sz="2500" dirty="0"/>
          </a:p>
          <a:p>
            <a:r>
              <a:rPr lang="zh-CN" sz="1900" dirty="0">
                <a:solidFill>
                  <a:srgbClr val="455A64"/>
                </a:solidFill>
                <a:latin typeface="Arial"/>
                <a:ea typeface="Microsoft YaHei"/>
              </a:rPr>
              <a:t>当前阶段：A1-A3 基础游戏循环完成</a:t>
            </a:r>
            <a:endParaRPr lang="zh-CN" sz="1900" dirty="0"/>
          </a:p>
        </p:txBody>
      </p:sp>
      <p:sp>
        <p:nvSpPr>
          <p:cNvPr id="4" name="TextBox 4"/>
          <p:cNvSpPr txBox="1"/>
          <p:nvPr/>
        </p:nvSpPr>
        <p:spPr>
          <a:xfrm>
            <a:off x="6309360" y="2057400"/>
            <a:ext cx="4754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7A3"/>
            </a:solidFill>
          </a:ln>
        </p:spPr>
        <p:txBody>
          <a:bodyPr wrap="square" lIns="73152" tIns="45720" rIns="73152" bIns="45720"/>
          <a:lstStyle/>
          <a:p>
            <a:r>
              <a:rPr lang="zh-CN" sz="2400" dirty="0">
                <a:solidFill>
                  <a:srgbClr val="263238"/>
                </a:solidFill>
                <a:latin typeface="Arial"/>
                <a:ea typeface="Microsoft YaHei"/>
              </a:rPr>
              <a:t>技术栈</a:t>
            </a:r>
            <a:endParaRPr lang="zh-CN" sz="2400" dirty="0"/>
          </a:p>
          <a:p>
            <a:r>
              <a:rPr lang="zh-CN" sz="1800" dirty="0">
                <a:solidFill>
                  <a:srgbClr val="455A64"/>
                </a:solidFill>
                <a:latin typeface="Arial"/>
                <a:ea typeface="Microsoft YaHei"/>
              </a:rPr>
              <a:t>C++17 + Qt 6 + QPainter + QTimer</a:t>
            </a:r>
            <a:endParaRPr lang="zh-CN" sz="1800" dirty="0"/>
          </a:p>
        </p:txBody>
      </p:sp>
      <p:sp>
        <p:nvSpPr>
          <p:cNvPr id="5" name="TextBox 5"/>
          <p:cNvSpPr txBox="1"/>
          <p:nvPr/>
        </p:nvSpPr>
        <p:spPr>
          <a:xfrm>
            <a:off x="822960" y="3703320"/>
            <a:ext cx="10241280" cy="1417320"/>
          </a:xfrm>
          <a:prstGeom prst="roundRect">
            <a:avLst/>
          </a:prstGeom>
          <a:solidFill>
            <a:srgbClr val="FFF8EC"/>
          </a:solidFill>
          <a:ln w="12700">
            <a:solidFill>
              <a:srgbClr val="E6D5B8"/>
            </a:solidFill>
          </a:ln>
        </p:spPr>
        <p:txBody>
          <a:bodyPr wrap="square" lIns="73152" tIns="45720" rIns="73152" bIns="45720"/>
          <a:lstStyle/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主窗口、渲染循环、键盘输入已接入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玩家移动、子弹发射、敌人波次、碰撞计分已实现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视觉风格已调整为竖版街道与卡通木箱/载具风格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02920"/>
          </a:xfrm>
          <a:prstGeom prst="roundRect">
            <a:avLst/>
          </a:prstGeom>
          <a:solidFill>
            <a:srgbClr val="2F343B"/>
          </a:solidFill>
          <a:ln>
            <a:noFill/>
          </a:ln>
        </p:spPr>
        <p:txBody>
          <a:bodyPr wrap="square" lIns="73152" tIns="45720" rIns="73152" bIns="45720"/>
          <a:lstStyle/>
          <a:p>
            <a:r>
              <a:rPr lang="zh-CN" sz="2500" dirty="0">
                <a:solidFill>
                  <a:srgbClr val="FFFFFF"/>
                </a:solidFill>
                <a:latin typeface="Arial"/>
                <a:ea typeface="Microsoft YaHei"/>
              </a:rPr>
              <a:t>已实现功能演示</a:t>
            </a:r>
            <a:r>
              <a:rPr lang="zh-CN" altLang="en-US" sz="2500" dirty="0">
                <a:solidFill>
                  <a:srgbClr val="FFFFFF"/>
                </a:solidFill>
                <a:latin typeface="Arial"/>
                <a:ea typeface="Microsoft YaHei"/>
              </a:rPr>
              <a:t>视频</a:t>
            </a:r>
            <a:endParaRPr lang="zh-CN" sz="2500" dirty="0"/>
          </a:p>
        </p:txBody>
      </p:sp>
      <p:sp>
        <p:nvSpPr>
          <p:cNvPr id="4" name="TextBox 4"/>
          <p:cNvSpPr txBox="1"/>
          <p:nvPr/>
        </p:nvSpPr>
        <p:spPr>
          <a:xfrm>
            <a:off x="4572000" y="914400"/>
            <a:ext cx="662940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7A3"/>
            </a:solidFill>
          </a:ln>
        </p:spPr>
        <p:txBody>
          <a:bodyPr wrap="square" lIns="73152" tIns="45720" rIns="73152" bIns="45720"/>
          <a:lstStyle/>
          <a:p>
            <a:r>
              <a:rPr lang="zh-CN" sz="2400" dirty="0">
                <a:solidFill>
                  <a:srgbClr val="263238"/>
                </a:solidFill>
                <a:latin typeface="Arial"/>
                <a:ea typeface="Microsoft YaHei"/>
              </a:rPr>
              <a:t>当前可演示内容</a:t>
            </a:r>
            <a:endParaRPr lang="zh-CN" sz="2400" dirty="0"/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竖版游戏窗口与顶部状态栏：Score、Level、HP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底部玩家载具，支持左右移动与空格发射子弹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木箱敌人随机生成并向下移动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木箱数字代表剩余血量，需要对应发数才能消灭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子弹击中敌人后扣血，击毁后加分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玩家与敌人碰撞后扣血，生命耗尽进入 Game Over</a:t>
            </a:r>
          </a:p>
        </p:txBody>
      </p:sp>
      <p:pic>
        <p:nvPicPr>
          <p:cNvPr id="5" name="录屏2026-06-07 00.00.19">
            <a:hlinkClick r:id="" action="ppaction://media"/>
            <a:extLst>
              <a:ext uri="{FF2B5EF4-FFF2-40B4-BE49-F238E27FC236}">
                <a16:creationId xmlns:a16="http://schemas.microsoft.com/office/drawing/2014/main" id="{182397D4-04D4-24ED-1E71-25321FEB9B5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634" y="914400"/>
            <a:ext cx="3190982" cy="59092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35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02920"/>
          </a:xfrm>
          <a:prstGeom prst="roundRect">
            <a:avLst/>
          </a:prstGeom>
          <a:solidFill>
            <a:srgbClr val="2F343B"/>
          </a:solidFill>
          <a:ln>
            <a:noFill/>
          </a:ln>
        </p:spPr>
        <p:txBody>
          <a:bodyPr wrap="square" lIns="73152" tIns="45720" rIns="73152" bIns="45720"/>
          <a:lstStyle/>
          <a:p>
            <a:r>
              <a:rPr lang="zh-CN" sz="2500" dirty="0">
                <a:solidFill>
                  <a:srgbClr val="FFFFFF"/>
                </a:solidFill>
                <a:latin typeface="Arial"/>
                <a:ea typeface="Microsoft YaHei"/>
              </a:rPr>
              <a:t>A1-A3 已实现功能</a:t>
            </a:r>
            <a:r>
              <a:rPr lang="zh-CN" altLang="en-US" sz="2500" dirty="0">
                <a:solidFill>
                  <a:srgbClr val="FFFFFF"/>
                </a:solidFill>
                <a:latin typeface="Arial"/>
                <a:ea typeface="Microsoft YaHei"/>
              </a:rPr>
              <a:t>（李嘉明、张怡馨、陈莹蔚分别负责每个部分的</a:t>
            </a:r>
            <a:r>
              <a:rPr lang="en-US" altLang="zh-CN" sz="2500" dirty="0">
                <a:solidFill>
                  <a:srgbClr val="FFFFFF"/>
                </a:solidFill>
                <a:latin typeface="Arial"/>
                <a:ea typeface="Microsoft YaHei"/>
              </a:rPr>
              <a:t>123</a:t>
            </a:r>
            <a:r>
              <a:rPr lang="zh-CN" altLang="en-US" sz="2500" dirty="0">
                <a:solidFill>
                  <a:srgbClr val="FFFFFF"/>
                </a:solidFill>
                <a:latin typeface="Arial"/>
                <a:ea typeface="Microsoft YaHei"/>
              </a:rPr>
              <a:t>板块）</a:t>
            </a:r>
            <a:endParaRPr lang="zh-CN" sz="2500" dirty="0"/>
          </a:p>
        </p:txBody>
      </p:sp>
      <p:sp>
        <p:nvSpPr>
          <p:cNvPr id="3" name="TextBox 3"/>
          <p:cNvSpPr txBox="1"/>
          <p:nvPr/>
        </p:nvSpPr>
        <p:spPr>
          <a:xfrm>
            <a:off x="594360" y="987552"/>
            <a:ext cx="352044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7A3"/>
            </a:solidFill>
          </a:ln>
        </p:spPr>
        <p:txBody>
          <a:bodyPr wrap="square" lIns="73152" tIns="45720" rIns="73152" bIns="45720"/>
          <a:lstStyle/>
          <a:p>
            <a:r>
              <a:rPr lang="zh-CN" sz="2000" dirty="0">
                <a:solidFill>
                  <a:srgbClr val="263238"/>
                </a:solidFill>
                <a:latin typeface="Arial"/>
                <a:ea typeface="Microsoft YaHei"/>
              </a:rPr>
              <a:t>A1 主框架与渲染循环</a:t>
            </a:r>
            <a:endParaRPr lang="zh-CN" sz="2000" dirty="0"/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创建 MainWindow 主窗口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QTimer 驱动 gameLoop，约 60 FPS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paintEvent 使用 QPainter 绘制背景、玩家、子弹、敌人和 HUD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接入方向键/A-D 与空格键事件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43400" y="987552"/>
            <a:ext cx="352044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7A3"/>
            </a:solidFill>
          </a:ln>
        </p:spPr>
        <p:txBody>
          <a:bodyPr wrap="square" lIns="73152" tIns="45720" rIns="73152" bIns="45720"/>
          <a:lstStyle/>
          <a:p>
            <a:r>
              <a:rPr lang="zh-CN" sz="2000" dirty="0">
                <a:solidFill>
                  <a:srgbClr val="263238"/>
                </a:solidFill>
                <a:latin typeface="Arial"/>
                <a:ea typeface="Microsoft YaHei"/>
              </a:rPr>
              <a:t>A2 玩家与子弹系统</a:t>
            </a:r>
            <a:endParaRPr lang="zh-CN" sz="2000" dirty="0"/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Player 封装位置、边界和移动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Bullet 向上移动并自动销毁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gameLoop 中持续更新玩家输入与子弹位置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空格发射单发子弹，加入射击冷却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92440" y="987552"/>
            <a:ext cx="352044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7A3"/>
            </a:solidFill>
          </a:ln>
        </p:spPr>
        <p:txBody>
          <a:bodyPr wrap="square" lIns="73152" tIns="45720" rIns="73152" bIns="45720"/>
          <a:lstStyle/>
          <a:p>
            <a:r>
              <a:rPr lang="zh-CN" sz="2000" dirty="0">
                <a:solidFill>
                  <a:srgbClr val="263238"/>
                </a:solidFill>
                <a:latin typeface="Arial"/>
                <a:ea typeface="Microsoft YaHei"/>
              </a:rPr>
              <a:t>A3 敌人与碰撞计分</a:t>
            </a:r>
            <a:endParaRPr lang="zh-CN" sz="2000" dirty="0"/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Enemy/木箱向下移动并越界销毁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每轮生成 3-5 个随机位置敌人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实现子弹 vs 敌人、玩家 vs 敌人碰撞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显示分数、生命值、固定关卡 Level 1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支持游戏结束与 R 键重置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02920"/>
          </a:xfrm>
          <a:prstGeom prst="roundRect">
            <a:avLst/>
          </a:prstGeom>
          <a:solidFill>
            <a:srgbClr val="2F343B"/>
          </a:solidFill>
          <a:ln>
            <a:noFill/>
          </a:ln>
        </p:spPr>
        <p:txBody>
          <a:bodyPr wrap="square" lIns="73152" tIns="45720" rIns="73152" bIns="45720"/>
          <a:lstStyle/>
          <a:p>
            <a:r>
              <a:rPr lang="zh-CN" sz="2500" dirty="0">
                <a:solidFill>
                  <a:srgbClr val="FFFFFF"/>
                </a:solidFill>
                <a:latin typeface="Arial"/>
                <a:ea typeface="Microsoft YaHei"/>
              </a:rPr>
              <a:t>项目类设计描述</a:t>
            </a:r>
            <a:endParaRPr lang="zh-CN" sz="2500" dirty="0"/>
          </a:p>
        </p:txBody>
      </p:sp>
      <p:sp>
        <p:nvSpPr>
          <p:cNvPr id="3" name="TextBox 3"/>
          <p:cNvSpPr txBox="1"/>
          <p:nvPr/>
        </p:nvSpPr>
        <p:spPr>
          <a:xfrm>
            <a:off x="685800" y="960120"/>
            <a:ext cx="53492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7A3"/>
            </a:solidFill>
          </a:ln>
        </p:spPr>
        <p:txBody>
          <a:bodyPr wrap="square" lIns="73152" tIns="45720" rIns="73152" bIns="45720"/>
          <a:lstStyle/>
          <a:p>
            <a:r>
              <a:rPr lang="zh-CN" sz="2300" dirty="0">
                <a:solidFill>
                  <a:srgbClr val="263238"/>
                </a:solidFill>
                <a:latin typeface="Arial"/>
                <a:ea typeface="Microsoft YaHei"/>
              </a:rPr>
              <a:t>核心类职责</a:t>
            </a:r>
            <a:endParaRPr lang="zh-CN" sz="2300" dirty="0"/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GameObject：基础对象类，保存 position、speed、hitbox，提供通用移动接口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Player：玩家载具类，负责左右移动、边界限制、血量等玩家状态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Bullet：子弹类，负责向上移动、碰撞箱同步与越界销毁判断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Enemy：敌人/木箱类，负责血量、得分、向下移动与自身绘制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MainWindow：主窗口，管理游戏循环、对象列表、绘制、键盘输入和碰撞仲裁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0800" y="960120"/>
            <a:ext cx="5074920" cy="5349240"/>
          </a:xfrm>
          <a:prstGeom prst="roundRect">
            <a:avLst/>
          </a:prstGeom>
          <a:solidFill>
            <a:srgbClr val="FFF8EC"/>
          </a:solidFill>
          <a:ln w="12700">
            <a:solidFill>
              <a:srgbClr val="E6D5B8"/>
            </a:solidFill>
          </a:ln>
        </p:spPr>
        <p:txBody>
          <a:bodyPr wrap="square" lIns="73152" tIns="45720" rIns="73152" bIns="45720"/>
          <a:lstStyle/>
          <a:p>
            <a:r>
              <a:rPr lang="zh-CN" sz="2300" dirty="0">
                <a:solidFill>
                  <a:srgbClr val="263238"/>
                </a:solidFill>
                <a:latin typeface="Arial"/>
                <a:ea typeface="Microsoft YaHei"/>
              </a:rPr>
              <a:t>运行关系</a:t>
            </a:r>
            <a:endParaRPr lang="zh-CN" sz="2300" dirty="0"/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QTimer 周期触发 gameLoop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gameLoop 读取输入状态，更新 Player / Bullet / Enemy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checkCollisions 统一处理命中、扣血、销毁和加分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paintEvent 每帧绘制当前游戏状态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对象之间通过 hitbox 做轴对齐矩形碰撞检测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02920"/>
          </a:xfrm>
          <a:prstGeom prst="roundRect">
            <a:avLst/>
          </a:prstGeom>
          <a:solidFill>
            <a:srgbClr val="2F343B"/>
          </a:solidFill>
          <a:ln>
            <a:noFill/>
          </a:ln>
        </p:spPr>
        <p:txBody>
          <a:bodyPr wrap="square" lIns="73152" tIns="45720" rIns="73152" bIns="45720"/>
          <a:lstStyle/>
          <a:p>
            <a:r>
              <a:rPr lang="zh-CN" sz="2500" dirty="0">
                <a:solidFill>
                  <a:srgbClr val="FFFFFF"/>
                </a:solidFill>
                <a:latin typeface="Arial"/>
                <a:ea typeface="Microsoft YaHei"/>
              </a:rPr>
              <a:t>正在开发中的功能列表</a:t>
            </a:r>
            <a:endParaRPr lang="zh-CN" sz="2500" dirty="0"/>
          </a:p>
        </p:txBody>
      </p:sp>
      <p:sp>
        <p:nvSpPr>
          <p:cNvPr id="3" name="TextBox 3"/>
          <p:cNvSpPr txBox="1"/>
          <p:nvPr/>
        </p:nvSpPr>
        <p:spPr>
          <a:xfrm>
            <a:off x="685800" y="960120"/>
            <a:ext cx="53492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7A3"/>
            </a:solidFill>
          </a:ln>
        </p:spPr>
        <p:txBody>
          <a:bodyPr wrap="square" lIns="73152" tIns="45720" rIns="73152" bIns="45720"/>
          <a:lstStyle/>
          <a:p>
            <a:r>
              <a:rPr lang="zh-CN" sz="2300" dirty="0">
                <a:solidFill>
                  <a:srgbClr val="263238"/>
                </a:solidFill>
                <a:latin typeface="Arial"/>
                <a:ea typeface="Microsoft YaHei"/>
              </a:rPr>
              <a:t>队友正在推进 / 后续计划</a:t>
            </a:r>
            <a:endParaRPr lang="zh-CN" sz="2300" dirty="0"/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B 道具掉落与拾取：敌人死亡后概率生成道具，玩家拾取触发效果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C 游戏菜单：开始游戏、继续、设置、退出等流程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暂停/结束界面：Game Over 弹窗、再来一局、返回主菜单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武器升级系统：射速、弹道数量、伤害等成长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0800" y="960120"/>
            <a:ext cx="5074920" cy="5349240"/>
          </a:xfrm>
          <a:prstGeom prst="roundRect">
            <a:avLst/>
          </a:prstGeom>
          <a:solidFill>
            <a:srgbClr val="FFF8EC"/>
          </a:solidFill>
          <a:ln w="12700">
            <a:solidFill>
              <a:srgbClr val="E6D5B8"/>
            </a:solidFill>
          </a:ln>
        </p:spPr>
        <p:txBody>
          <a:bodyPr wrap="square" lIns="73152" tIns="45720" rIns="73152" bIns="45720"/>
          <a:lstStyle/>
          <a:p>
            <a:r>
              <a:rPr lang="zh-CN" sz="2300" dirty="0">
                <a:solidFill>
                  <a:srgbClr val="263238"/>
                </a:solidFill>
                <a:latin typeface="Arial"/>
                <a:ea typeface="Microsoft YaHei"/>
              </a:rPr>
              <a:t>暂未完成 / 可扩展</a:t>
            </a:r>
            <a:endParaRPr lang="zh-CN" sz="2300" dirty="0"/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粒子特效：爆炸、拾取、受伤反馈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Boss 敌人与关卡递进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本地存档：最高分、设置项、解锁进度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音效与背景音乐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更精细的美术资源替换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38965-1F9F-6863-A0DD-BE69ACFA09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1249777"/>
            <a:ext cx="2728913" cy="4584700"/>
          </a:xfrm>
        </p:spPr>
        <p:txBody>
          <a:bodyPr>
            <a:normAutofit/>
          </a:bodyPr>
          <a:lstStyle/>
          <a:p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正在开发中的功能列表</a:t>
            </a:r>
            <a:endParaRPr kumimoji="1" lang="zh-CN" altLang="en-US" dirty="0">
              <a:solidFill>
                <a:srgbClr val="FFFFFF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BEAC20-F69F-C45F-79AF-A2E473E5CE6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98963" y="198438"/>
            <a:ext cx="7577689" cy="6659562"/>
          </a:xfrm>
        </p:spPr>
        <p:txBody>
          <a:bodyPr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kumimoji="1" lang="zh-CN" altLang="en-US" sz="1600" dirty="0"/>
              <a:t> </a:t>
            </a:r>
            <a:r>
              <a:rPr kumimoji="1" lang="en-GB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B1</a:t>
            </a:r>
            <a:r>
              <a:rPr kumimoji="1" lang="zh-CN" altLang="en-US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板块</a:t>
            </a:r>
            <a:r>
              <a:rPr kumimoji="1"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:</a:t>
            </a:r>
            <a:r>
              <a:rPr kumimoji="1" lang="zh-CN" altLang="en-US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道具掉落与拾取 </a:t>
            </a:r>
            <a:endParaRPr kumimoji="1" lang="en-US" altLang="zh-CN" sz="16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实现 </a:t>
            </a:r>
            <a:r>
              <a:rPr kumimoji="1" lang="en-GB" altLang="zh-CN" sz="1200" dirty="0" err="1">
                <a:latin typeface="FangSong" panose="02010609060101010101" pitchFamily="49" charset="-122"/>
                <a:ea typeface="FangSong" panose="02010609060101010101" pitchFamily="49" charset="-122"/>
              </a:rPr>
              <a:t>PowerUp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类 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(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宝箱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/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星星图标，向下移动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在模块 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A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提供的 </a:t>
            </a:r>
            <a:r>
              <a:rPr kumimoji="1" lang="en-GB" altLang="zh-CN" sz="1200" dirty="0" err="1">
                <a:latin typeface="FangSong" panose="02010609060101010101" pitchFamily="49" charset="-122"/>
                <a:ea typeface="FangSong" panose="02010609060101010101" pitchFamily="49" charset="-122"/>
              </a:rPr>
              <a:t>enemyDied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信号处，以概率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(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如 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30%)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在敌人死亡位置生成道具实现玩家与道具的碰撞检测，拾取后根据类型触发临时效果 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(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先只实现加生命值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添加简单的拾取音效 </a:t>
            </a:r>
            <a:endParaRPr kumimoji="1" lang="en-US" altLang="zh-CN" sz="12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产出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: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击杀敌人有概率掉落道具，碰到道具增加生命值 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(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其他类型留接口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)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GB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B2 </a:t>
            </a:r>
            <a:r>
              <a:rPr kumimoji="1" lang="zh-CN" altLang="en-US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板块</a:t>
            </a:r>
            <a:r>
              <a:rPr kumimoji="1"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:</a:t>
            </a:r>
            <a:r>
              <a:rPr kumimoji="1" lang="zh-CN" altLang="en-US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武器升级系统 </a:t>
            </a:r>
            <a:endParaRPr kumimoji="1" lang="en-US" altLang="zh-CN" sz="16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扩展 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Player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增加 </a:t>
            </a:r>
            <a:r>
              <a:rPr kumimoji="1" lang="en-GB" altLang="zh-CN" sz="1200" dirty="0" err="1">
                <a:latin typeface="FangSong" panose="02010609060101010101" pitchFamily="49" charset="-122"/>
                <a:ea typeface="FangSong" panose="02010609060101010101" pitchFamily="49" charset="-122"/>
              </a:rPr>
              <a:t>weaponLevel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 (1~3) </a:t>
            </a:r>
            <a:r>
              <a:rPr kumimoji="1" lang="zh-CN" altLang="en-GB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，</a:t>
            </a:r>
            <a:r>
              <a:rPr kumimoji="1" lang="en-GB" altLang="zh-CN" sz="1200" dirty="0" err="1">
                <a:latin typeface="FangSong" panose="02010609060101010101" pitchFamily="49" charset="-122"/>
                <a:ea typeface="FangSong" panose="02010609060101010101" pitchFamily="49" charset="-122"/>
              </a:rPr>
              <a:t>fireCooldown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随等级降低</a:t>
            </a: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实现 </a:t>
            </a:r>
            <a:r>
              <a:rPr kumimoji="1" lang="en-GB" altLang="zh-CN" sz="1200" dirty="0" err="1">
                <a:latin typeface="FangSong" panose="02010609060101010101" pitchFamily="49" charset="-122"/>
                <a:ea typeface="FangSong" panose="02010609060101010101" pitchFamily="49" charset="-122"/>
              </a:rPr>
              <a:t>weaponUpgradeSystem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独立类，管理升级逻辑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:</a:t>
            </a: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。等级 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1: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单发</a:t>
            </a: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。等级 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2: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双发 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(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稍微偏移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。 等级 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3: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三发散弹</a:t>
            </a: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修改 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player::shoot()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根据等级生成多个 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Bullet</a:t>
            </a: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新增道具类型 </a:t>
            </a:r>
            <a:r>
              <a:rPr kumimoji="1" lang="en-GB" altLang="zh-CN" sz="1200" dirty="0" err="1">
                <a:latin typeface="FangSong" panose="02010609060101010101" pitchFamily="49" charset="-122"/>
                <a:ea typeface="FangSong" panose="02010609060101010101" pitchFamily="49" charset="-122"/>
              </a:rPr>
              <a:t>PowerUpType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::</a:t>
            </a:r>
            <a:r>
              <a:rPr kumimoji="1" lang="en-GB" altLang="zh-CN" sz="1200" dirty="0" err="1">
                <a:latin typeface="FangSong" panose="02010609060101010101" pitchFamily="49" charset="-122"/>
                <a:ea typeface="FangSong" panose="02010609060101010101" pitchFamily="49" charset="-122"/>
              </a:rPr>
              <a:t>WeaponUpgrade</a:t>
            </a:r>
            <a:r>
              <a:rPr kumimoji="1" lang="zh-CN" altLang="en-GB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，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拾取后提升一级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GB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B3 </a:t>
            </a:r>
            <a:r>
              <a:rPr kumimoji="1" lang="zh-CN" altLang="en-US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板块</a:t>
            </a:r>
            <a:r>
              <a:rPr kumimoji="1"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:</a:t>
            </a:r>
            <a:r>
              <a:rPr kumimoji="1" lang="zh-CN" altLang="en-US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粒子特效与视觉反馈 </a:t>
            </a:r>
            <a:endParaRPr kumimoji="1" lang="en-US" altLang="zh-CN" sz="16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实现简单的 </a:t>
            </a:r>
            <a:r>
              <a:rPr kumimoji="1" lang="en-GB" altLang="zh-CN" sz="1200" dirty="0" err="1">
                <a:latin typeface="FangSong" panose="02010609060101010101" pitchFamily="49" charset="-122"/>
                <a:ea typeface="FangSong" panose="02010609060101010101" pitchFamily="49" charset="-122"/>
              </a:rPr>
              <a:t>ParticleEffect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类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(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爆炸、拾取特效</a:t>
            </a: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敌人死亡时播放几个小圆形粒子向外扩散</a:t>
            </a: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拾取道具时围绕玩家闪烁一圈光晕</a:t>
            </a: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玩家受伤时短暂闪烁红色</a:t>
            </a: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产出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: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死亡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/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拾取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/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受伤均有视觉反馈，提升爽感</a:t>
            </a:r>
          </a:p>
        </p:txBody>
      </p:sp>
    </p:spTree>
    <p:extLst>
      <p:ext uri="{BB962C8B-B14F-4D97-AF65-F5344CB8AC3E}">
        <p14:creationId xmlns:p14="http://schemas.microsoft.com/office/powerpoint/2010/main" val="3789436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845888-1887-79D9-8250-A4B22418211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5983" y="1219960"/>
            <a:ext cx="2728913" cy="4584700"/>
          </a:xfrm>
        </p:spPr>
        <p:txBody>
          <a:bodyPr>
            <a:normAutofit/>
          </a:bodyPr>
          <a:lstStyle/>
          <a:p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正在开发中的功能列表</a:t>
            </a:r>
            <a:endParaRPr kumimoji="1" lang="zh-CN" altLang="en-US" dirty="0">
              <a:solidFill>
                <a:srgbClr val="FFFFFF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1EEDF3-FB4C-1A7D-7D15-756A2D98777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241870" y="185462"/>
            <a:ext cx="6313487" cy="5708650"/>
          </a:xfrm>
        </p:spPr>
        <p:txBody>
          <a:bodyPr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kumimoji="1" lang="en-GB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C1</a:t>
            </a:r>
            <a:r>
              <a:rPr kumimoji="1" lang="zh-CN" altLang="en-US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板块</a:t>
            </a:r>
            <a:r>
              <a:rPr kumimoji="1"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:</a:t>
            </a:r>
            <a:r>
              <a:rPr kumimoji="1" lang="zh-CN" altLang="en-US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菜单系统与游戏状态管理 </a:t>
            </a:r>
            <a:endParaRPr kumimoji="1" lang="en-US" altLang="zh-CN" sz="16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(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开始游戏、继续、设置、退出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)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实现 </a:t>
            </a:r>
            <a:r>
              <a:rPr kumimoji="1" lang="en-GB" altLang="zh-CN" sz="1200" dirty="0" err="1">
                <a:latin typeface="FangSong" panose="02010609060101010101" pitchFamily="49" charset="-122"/>
                <a:ea typeface="FangSong" panose="02010609060101010101" pitchFamily="49" charset="-122"/>
              </a:rPr>
              <a:t>MenuWidget</a:t>
            </a:r>
            <a:endParaRPr kumimoji="1" lang="en-GB" altLang="zh-CN" sz="12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实现 </a:t>
            </a:r>
            <a:r>
              <a:rPr kumimoji="1" lang="en-GB" altLang="zh-CN" sz="1200" dirty="0" err="1">
                <a:latin typeface="FangSong" panose="02010609060101010101" pitchFamily="49" charset="-122"/>
                <a:ea typeface="FangSong" panose="02010609060101010101" pitchFamily="49" charset="-122"/>
              </a:rPr>
              <a:t>PauseDialog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或暂停遮罩 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(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按 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ESC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暂停，显示继续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/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返回菜单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实现 </a:t>
            </a:r>
            <a:r>
              <a:rPr kumimoji="1" lang="en-GB" altLang="zh-CN" sz="1200" dirty="0" err="1">
                <a:latin typeface="FangSong" panose="02010609060101010101" pitchFamily="49" charset="-122"/>
                <a:ea typeface="FangSong" panose="02010609060101010101" pitchFamily="49" charset="-122"/>
              </a:rPr>
              <a:t>GameOverDialog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 (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显示最终分数，提供”再来一局”和“返回主菜单“按钮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)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在 </a:t>
            </a:r>
            <a:r>
              <a:rPr kumimoji="1" lang="en-GB" altLang="zh-CN" sz="1200" dirty="0" err="1">
                <a:latin typeface="FangSong" panose="02010609060101010101" pitchFamily="49" charset="-122"/>
                <a:ea typeface="FangSong" panose="02010609060101010101" pitchFamily="49" charset="-122"/>
              </a:rPr>
              <a:t>GameWindow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中增加游戏状态枚举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( 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Menu</a:t>
            </a:r>
            <a:r>
              <a:rPr kumimoji="1" lang="zh-CN" altLang="en-GB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，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Playing</a:t>
            </a:r>
            <a:r>
              <a:rPr kumimoji="1" lang="zh-CN" altLang="en-GB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，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Paused</a:t>
            </a:r>
            <a:r>
              <a:rPr kumimoji="1" lang="zh-CN" altLang="en-GB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，</a:t>
            </a:r>
            <a:r>
              <a:rPr kumimoji="1" lang="en-GB" altLang="zh-CN" sz="1200" dirty="0" err="1">
                <a:latin typeface="FangSong" panose="02010609060101010101" pitchFamily="49" charset="-122"/>
                <a:ea typeface="FangSong" panose="02010609060101010101" pitchFamily="49" charset="-122"/>
              </a:rPr>
              <a:t>GameOver</a:t>
            </a:r>
            <a:endParaRPr kumimoji="1" lang="en-GB" altLang="zh-CN" sz="12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产出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: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完整的菜单流程，可开始新游戏、暂停、结束重开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GB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C2 </a:t>
            </a:r>
            <a:r>
              <a:rPr kumimoji="1" lang="zh-CN" altLang="en-US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板块</a:t>
            </a:r>
            <a:r>
              <a:rPr kumimoji="1"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:</a:t>
            </a:r>
            <a:r>
              <a:rPr kumimoji="1" lang="en-GB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Boss </a:t>
            </a:r>
            <a:r>
              <a:rPr kumimoji="1" lang="zh-CN" altLang="en-US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敌人与关卡递进 </a:t>
            </a:r>
            <a:endParaRPr kumimoji="1" lang="en-US" altLang="zh-CN" sz="16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实现 </a:t>
            </a:r>
            <a:r>
              <a:rPr kumimoji="1" lang="en-GB" altLang="zh-CN" sz="1200" dirty="0" err="1">
                <a:latin typeface="FangSong" panose="02010609060101010101" pitchFamily="49" charset="-122"/>
                <a:ea typeface="FangSong" panose="02010609060101010101" pitchFamily="49" charset="-122"/>
              </a:rPr>
              <a:t>BossEnemy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类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(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继承 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Enemy) :</a:t>
            </a: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高血量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(10~20)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、大尺寸、特殊绘制 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(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卡通大怪物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移动方式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: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左右摆动 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+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向下缓慢移动</a:t>
            </a: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。攻击方式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: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周期性发射多方向子弹 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(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简单扇形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实现关卡逻辑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: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每清除 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3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波普通敌人，触发 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Boss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战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( </a:t>
            </a:r>
            <a:r>
              <a:rPr kumimoji="1" lang="en-GB" altLang="zh-CN" sz="1200" dirty="0" err="1">
                <a:latin typeface="FangSong" panose="02010609060101010101" pitchFamily="49" charset="-122"/>
                <a:ea typeface="FangSong" panose="02010609060101010101" pitchFamily="49" charset="-122"/>
              </a:rPr>
              <a:t>startBossBattle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 )</a:t>
            </a:r>
          </a:p>
          <a:p>
            <a:pPr>
              <a:lnSpc>
                <a:spcPct val="110000"/>
              </a:lnSpc>
            </a:pP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Boss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死亡时掉落多个道具 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(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调用模块 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B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的生成接口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)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，并大幅加分，进入下一难度循环产出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: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每关底出现 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Boss</a:t>
            </a:r>
            <a:r>
              <a:rPr kumimoji="1" lang="zh-CN" altLang="en-GB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，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Boss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有特殊攻击和血量显示条，击败后游戏继续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GB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C3 </a:t>
            </a:r>
            <a:r>
              <a:rPr kumimoji="1" lang="zh-CN" altLang="en-US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板块</a:t>
            </a:r>
            <a:r>
              <a:rPr kumimoji="1"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:</a:t>
            </a:r>
            <a:r>
              <a:rPr kumimoji="1" lang="zh-CN" altLang="en-US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本地存档与设置 </a:t>
            </a:r>
            <a:endParaRPr kumimoji="1" lang="en-US" altLang="zh-CN" sz="16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实现 </a:t>
            </a:r>
            <a:r>
              <a:rPr kumimoji="1" lang="en-GB" altLang="zh-CN" sz="1200" dirty="0" err="1">
                <a:latin typeface="FangSong" panose="02010609060101010101" pitchFamily="49" charset="-122"/>
                <a:ea typeface="FangSong" panose="02010609060101010101" pitchFamily="49" charset="-122"/>
              </a:rPr>
              <a:t>SaveManager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类，使用 </a:t>
            </a:r>
            <a:r>
              <a:rPr kumimoji="1" lang="en-GB" altLang="zh-CN" sz="1200" dirty="0" err="1">
                <a:latin typeface="FangSong" panose="02010609060101010101" pitchFamily="49" charset="-122"/>
                <a:ea typeface="FangSong" panose="02010609060101010101" pitchFamily="49" charset="-122"/>
              </a:rPr>
              <a:t>QJsonDocument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读写本地</a:t>
            </a:r>
            <a:r>
              <a:rPr kumimoji="1" lang="en-GB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JSON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文件存储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: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最高分 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(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持久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)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、用户设置 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(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音量 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0~100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、是否全屏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在游戏结束时自动比较并更新最高分，主菜单显示最高分</a:t>
            </a:r>
          </a:p>
          <a:p>
            <a:pPr>
              <a:lnSpc>
                <a:spcPct val="110000"/>
              </a:lnSpc>
            </a:pP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实现简单设置界面 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(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滑块控制音效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/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背景音乐音量、全屏切换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)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产出</a:t>
            </a:r>
            <a:r>
              <a:rPr kumimoji="1" lang="en-US" altLang="zh-CN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: </a:t>
            </a:r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最高分跨游戏保存，设置可调目重启后不丢失</a:t>
            </a:r>
          </a:p>
        </p:txBody>
      </p:sp>
    </p:spTree>
    <p:extLst>
      <p:ext uri="{BB962C8B-B14F-4D97-AF65-F5344CB8AC3E}">
        <p14:creationId xmlns:p14="http://schemas.microsoft.com/office/powerpoint/2010/main" val="3558569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02920"/>
          </a:xfrm>
          <a:prstGeom prst="roundRect">
            <a:avLst/>
          </a:prstGeom>
          <a:solidFill>
            <a:srgbClr val="2F343B"/>
          </a:solidFill>
          <a:ln>
            <a:noFill/>
          </a:ln>
        </p:spPr>
        <p:txBody>
          <a:bodyPr wrap="square" lIns="73152" tIns="45720" rIns="73152" bIns="45720"/>
          <a:lstStyle/>
          <a:p>
            <a:r>
              <a:rPr lang="zh-CN" sz="2500" dirty="0">
                <a:solidFill>
                  <a:srgbClr val="FFFFFF"/>
                </a:solidFill>
                <a:latin typeface="Arial"/>
                <a:ea typeface="Microsoft YaHei"/>
              </a:rPr>
              <a:t>设计调整与赛道说明</a:t>
            </a:r>
            <a:endParaRPr lang="zh-CN" sz="2500" dirty="0"/>
          </a:p>
        </p:txBody>
      </p:sp>
      <p:sp>
        <p:nvSpPr>
          <p:cNvPr id="3" name="TextBox 3"/>
          <p:cNvSpPr txBox="1"/>
          <p:nvPr/>
        </p:nvSpPr>
        <p:spPr>
          <a:xfrm>
            <a:off x="685800" y="960120"/>
            <a:ext cx="53492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7A3"/>
            </a:solidFill>
          </a:ln>
        </p:spPr>
        <p:txBody>
          <a:bodyPr wrap="square" lIns="73152" tIns="45720" rIns="73152" bIns="45720"/>
          <a:lstStyle/>
          <a:p>
            <a:r>
              <a:rPr lang="zh-CN" sz="2300" dirty="0">
                <a:solidFill>
                  <a:srgbClr val="263238"/>
                </a:solidFill>
                <a:latin typeface="Arial"/>
                <a:ea typeface="Microsoft YaHei"/>
              </a:rPr>
              <a:t>与设计文档的调整/差异</a:t>
            </a:r>
            <a:endParaRPr lang="zh-CN" sz="2300" dirty="0"/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当前阶段聚焦 A1-A3，先完成可玩的基础循环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设计稿中的真实美术素材暂未接入，当前使用 QPainter 绘制卡通占位图形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敌人以木箱形式呈现，箱子数字改为剩余血量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关卡显示暂时固定为 Level 1，波次逻辑用于生成敌人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道具、菜单、Boss、存档等属于后续迭代内容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0800" y="960120"/>
            <a:ext cx="5074920" cy="5349240"/>
          </a:xfrm>
          <a:prstGeom prst="roundRect">
            <a:avLst/>
          </a:prstGeom>
          <a:solidFill>
            <a:srgbClr val="FFF8EC"/>
          </a:solidFill>
          <a:ln w="12700">
            <a:solidFill>
              <a:srgbClr val="E6D5B8"/>
            </a:solidFill>
          </a:ln>
        </p:spPr>
        <p:txBody>
          <a:bodyPr wrap="square" lIns="73152" tIns="45720" rIns="73152" bIns="45720"/>
          <a:lstStyle/>
          <a:p>
            <a:r>
              <a:rPr lang="zh-CN" sz="2500" dirty="0">
                <a:solidFill>
                  <a:srgbClr val="263238"/>
                </a:solidFill>
                <a:latin typeface="Arial"/>
                <a:ea typeface="Microsoft YaHei"/>
              </a:rPr>
              <a:t>所选赛道：生活游戏</a:t>
            </a:r>
            <a:endParaRPr lang="zh-CN" sz="2500" dirty="0"/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项目定位为轻量休闲射击小游戏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核心体验：移动、射击、消灭敌人、获得分数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后续将加入道具和菜单，使游戏流程更完整</a:t>
            </a:r>
          </a:p>
          <a:p>
            <a:pPr marL="201168" indent="-109728">
              <a:buChar char="•"/>
            </a:pPr>
            <a:r>
              <a:rPr lang="zh-CN" sz="1900" dirty="0">
                <a:solidFill>
                  <a:srgbClr val="263238"/>
                </a:solidFill>
                <a:latin typeface="Arial"/>
                <a:ea typeface="Microsoft YaHei"/>
              </a:rPr>
              <a:t>目标是形成一个简单、清爽、可反复游玩的生活娱乐类游戏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画廊">
  <a:themeElements>
    <a:clrScheme name="画廊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画廊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画廊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{27772D60-C561-514F-BBF2-BEDE53E8BC5E}tf10001119</Template>
  <TotalTime>3</TotalTime>
  <Words>1247</Words>
  <Application>Microsoft Macintosh PowerPoint</Application>
  <PresentationFormat>宽屏</PresentationFormat>
  <Paragraphs>110</Paragraphs>
  <Slides>9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-apple-system</vt:lpstr>
      <vt:lpstr>FangSong</vt:lpstr>
      <vt:lpstr>Arial</vt:lpstr>
      <vt:lpstr>Gill Sans MT</vt:lpstr>
      <vt:lpstr>画廊</vt:lpstr>
      <vt:lpstr>射击小游戏中期报告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正在开发中的功能列表</vt:lpstr>
      <vt:lpstr>正在开发中的功能列表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射击小游戏中期报告</dc:title>
  <cp:lastModifiedBy>tingsophia714@gmail.com</cp:lastModifiedBy>
  <cp:revision>1</cp:revision>
  <dcterms:modified xsi:type="dcterms:W3CDTF">2026-06-06T16:23:00Z</dcterms:modified>
</cp:coreProperties>
</file>